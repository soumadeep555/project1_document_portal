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0000" y="1000000"/>
            <a:ext cx="6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sample pptx slide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